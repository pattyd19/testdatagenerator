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surfaces: web control plane, CLI, Android app, iOS app. The two phones are where the pack actually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web plane and the CLI both drive the generator; the two apps are thin loaders.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only screen most people use. Everything else follows from what is set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cancelled job in this shot is real — it shows resume being offered.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 size is what decides whether two stills in a pack are the same picture. The 401 is real: Openverse changed its terms, and the harvest covers the gap from Wikimedia.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MB with edge cases, built in under three seconds, landing exactly on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Targets are a folder, an iOS simulator, or an Android device. The receipt lives in ~/.tdg/receipts, never inside the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PASSED, or the shell fails. The two undated assets are the screenshot and the zero-byte file, both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--dry-run first: it reports exactly what would go and what it would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Captured on a Pixel 9 emulator running Android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right-hand shot is a genuine refusal: 7.5 GB pack, 7.4 GB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Wipe asks once, naming the number of assets, then deletes without further prompting.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Captured on an iPhone 17 simulator; the same build runs on the iPhone 15 Pro.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zero-byte edge case is correctly refused by Photos; the retry path is what keeps the other 71 of 72.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loop is complete on both platforms, on real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4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doran/Documents/Claude/TestDataGenerator/assets/logo-1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971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by screen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CA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interface TDG puts in front of you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52628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to build packs, a command line to script them, and a small app on each phone to do the one thing only a native app can — write into the camera roll.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7822692" y="1193292"/>
            <a:ext cx="2016974" cy="4288536"/>
          </a:xfrm>
          <a:prstGeom prst="roundRect">
            <a:avLst>
              <a:gd name="adj" fmla="val 4534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7" name="Image 1" descr="/private/tmp/claude-501/-Users-pdoran-Documents-Claude-TestDataGenerator/45d748ac-b317-447d-81f4-8aabb416e46d/scratchpad/shots/ios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34440"/>
            <a:ext cx="1934678" cy="4206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017252" y="1193292"/>
            <a:ext cx="1956363" cy="4288536"/>
          </a:xfrm>
          <a:prstGeom prst="roundRect">
            <a:avLst>
              <a:gd name="adj" fmla="val 4674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9" name="Image 2" descr="/private/tmp/claude-501/-Users-pdoran-Documents-Claude-TestDataGenerator/45d748ac-b317-447d-81f4-8aabb416e46d/scratchpad/shots/android-launch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234440"/>
            <a:ext cx="1874067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WORK HAPPENS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surfaces, one pack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4EEE9"/>
          </a:solidFill>
          <a:ln w="12700">
            <a:solidFill>
              <a:srgbClr val="E4EE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642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5D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control plane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size, a device persona and a format mix. Watch the build. Hand a phone a six-digit code.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44368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on the LAN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481328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4EEE9"/>
          </a:solidFill>
          <a:ln w="12700">
            <a:solidFill>
              <a:srgbClr val="E4EE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16642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5D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Command line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10312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generator, scriptable. Build, load, verify and wipe from CI without a browser.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944368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30168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4EEE9"/>
          </a:solidFill>
          <a:ln w="12700">
            <a:solidFill>
              <a:srgbClr val="E4EE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8130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5D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app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5196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into the gallery through MediaStore, keeps a receipt, and removes exactly what it wrote.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093208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Android 11+ device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63640" y="3630168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4EEE9"/>
          </a:solidFill>
          <a:ln w="12700">
            <a:solidFill>
              <a:srgbClr val="E4EE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8130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5D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 app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25196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into Photos through PHAssetCreationRequest, batched, with the same receipt discipline.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5093208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iPhone on iOS 17+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5216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F5D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manifest is the contract between them: every surface reads the same pack, and every loader writes the same receipt.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NEW PACK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Describe the library you want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7492" y="1376172"/>
            <a:ext cx="5542854" cy="3831336"/>
          </a:xfrm>
          <a:prstGeom prst="roundRect">
            <a:avLst>
              <a:gd name="adj" fmla="val 2387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5" name="Image 0" descr="/private/tmp/claude-501/-Users-pdoran-Documents-Claude-TestDataGenerator/45d748ac-b317-447d-81f4-8aabb416e46d/scratchpad/shots/web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460558" cy="3749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126480" y="1463040"/>
            <a:ext cx="5486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is exact, not approximate — "25GB" lands on 25 GB, delta zero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profile sets the camera make, model, resolutions and video mode that end up in the EXIF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share of bytes decides file count: 26,000 small files stress a client very differently from 200 large ones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format and video codec: JPEG, HEIC or a mixed library; H.264 or HEVC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 adds the awkward files — a zero-byte file, a truncated JPEG, a non-ASCII name, a burst run, a screenshot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dates bound the timeline the gallery will group on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53212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4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preset click fills the whole form — Smoke test, Typical phone, Full device, Many small files, Video heavy.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JOBS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it build, then hand it to a phone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7492" y="1376172"/>
            <a:ext cx="5932600" cy="2779776"/>
          </a:xfrm>
          <a:prstGeom prst="roundRect">
            <a:avLst>
              <a:gd name="adj" fmla="val 3289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5" name="Image 0" descr="/private/tmp/claude-501/-Users-pdoran-Documents-Claude-TestDataGenerator/45d748ac-b317-447d-81f4-8aabb416e46d/scratchpad/shots/web-job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5850304" cy="269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38912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progress is read from the build's own checkpoint, so it stays accurate across a resume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log streams in as it runs — every photo, every pad, every trim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six-digit code is what a phone types; nothing else identifies the pack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opens what a loader will actually fetch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stops a build and keeps what it made; resume continues from the checkpoint rather than starting over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 deletes a pack's media and keeps the job; Reclaim frees every finished pack at once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jobs fold into one line each, so a long history costs no screen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LINE · THE SEED POOL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the pictures once, then build forever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680960" cy="1234440"/>
          </a:xfrm>
          <a:prstGeom prst="roundRect">
            <a:avLst>
              <a:gd name="adj" fmla="val 6667"/>
            </a:avLst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63624"/>
            <a:ext cx="727862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ACA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tdg harvest --images 24 --out ./seed-pool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Harvesting up to 24 open-license stills into /tmp/tdg-harvest-demo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! from_openverse failed: HTTP Error 401: Unauthorized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seed pool now holds 24 assets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7680960" cy="3291840"/>
          </a:xfrm>
          <a:prstGeom prst="roundRect">
            <a:avLst>
              <a:gd name="adj" fmla="val 2500"/>
            </a:avLst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935224"/>
            <a:ext cx="7278624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ACA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ls seed-pool | wc -l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213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ACA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json.tool seed-pool/seeds.json | head -9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"version": 1,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"seeds": [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"file": "wm_8898464043.jpg",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"kind": "image",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"source": "wikimedia-commons",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"author": "Ross, Gordon, 1873-1946, artist",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"license": "Public domain",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1463040"/>
            <a:ext cx="3108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still in a pack is a crop of a seed image, re-encoded with its own EXIF — so run this before the first build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APIs forbid bulk harvesting, so the pool is fetched once and cached; seed-pool/ is gitignored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seeds.json records the licence, author and origin of every file, and a LICENSES.csv ships with each pack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Openverse now wants a key and answers 401; Wikimedia covers the shortfall, which is why the count still lands on 24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bootstrap-seeds synthesises a pool with no network — but a synthetic pool is the smaller one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19963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synthetic seeds put 268 perceptually identical pairs in a 2,227-photo pack. With 212 harvested seeds, plus per-file variation and a perceptual-hash gate, the same measurement finds none.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LINE · BUILD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generator, scriptable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680960" cy="3931920"/>
          </a:xfrm>
          <a:prstGeom prst="roundRect">
            <a:avLst>
              <a:gd name="adj" fmla="val 2093"/>
            </a:avLst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563624"/>
            <a:ext cx="7278624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ACA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tdg build --size 40MB --out ./pack --profile pixel-8 --edge-cases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Building 40.0 MB pack [pixel-8] -&gt; /tmp/clipack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edge cases 10  total 1.6 MB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photos 5  total 16.6 MB / 40.0 MB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photos 8  total 24.9 MB / 40.0 MB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 photo 8.0 MB  deficit 7.1 MB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 photo 7.1 MB  deficit 0 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job          demo01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        20  (20 photos, 0 videos)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      40.0 MB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actual       40.0 MB  (delta +0 bytes, +0.0000%)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elapsed      2.9s  (13.6 MB/s)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manifest     /tmp/clipack/manifest.json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1463040"/>
            <a:ext cx="3108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flag the web form offers, plus a few it does not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 and trim lines are the size planner closing the gap: video duration first, then a JPEG comment segment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+0 bytes is the point of the whole tool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job id and seed rebuild the identical pack, byte for byte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killed build resumes from its checkpoint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LINE · DEVICES AND LOAD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a device, push a pack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11430000" cy="1691640"/>
          </a:xfrm>
          <a:prstGeom prst="roundRect">
            <a:avLst>
              <a:gd name="adj" fmla="val 4865"/>
            </a:avLst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563624"/>
            <a:ext cx="1102766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ACA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tdg devices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booted simulators: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3766D8F3-9DAB-41EA-A904-C40F29B30178  iPhone 17  (iOS-26-5)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adb devices: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emulator-5554  product:sdk_gphone16k_arm64 model:sdk_gphone16k_arm64 device:emu64a16k transport_id:3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18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reachable right now. Simulators and adb devices are probed separately, so one missing toolchain cannot hide the other platform.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3675888"/>
            <a:ext cx="11430000" cy="2377440"/>
          </a:xfrm>
          <a:prstGeom prst="roundRect">
            <a:avLst>
              <a:gd name="adj" fmla="val 3462"/>
            </a:avLst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3822192"/>
            <a:ext cx="11027664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ACA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tdg load --pack ./pack --target emulator --verify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demo01  -&gt;  emulator emulator-5554  /sdcard/DCIM/TDG demo01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 files, 40.0 MB; 6.6 GB free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pushed 20/20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scanned 20/20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20/20 files in 21.4s (1.9 MB/s)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verified 20/20 files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receipt /Users/pdoran/.tdg/receipts/demo01__emulator__emulator-5554.json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144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space is checked before a byte is written, --verify re-hashes what landed, and the receipt is written outside the pack — which is what makes the fill resumable and the wipe exact.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LINE · VERIFY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device what it actually indexed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11430000" cy="3063240"/>
          </a:xfrm>
          <a:prstGeom prst="roundRect">
            <a:avLst>
              <a:gd name="adj" fmla="val 2687"/>
            </a:avLst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563624"/>
            <a:ext cx="11027664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ACA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tdg verify --pack ./pack --target emulator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demo01  -&gt;  emulator emulator-5554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 files expected (20 photos, 0 videos), 40.0 MB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assets indexed         20/20   [PASS]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capture time preserved 18/18   (worst delta 0.823s)   [PASS]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capture time         2 asset(s) carry no EXIF date (a screenshot or an empty file has none)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album grouping         DCIM/TDG demo01   (expected TDG demo01)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fill took              21.4s  (1.9 MB/s)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PASSED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61772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the gallery database, not the filesystem — it answers whether the assets were indexed, not merely copied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times are compared against the manifest to sub-second tolerance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461772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Album grouping is checked, and undated assets are reported rather than counted as missing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failing run exits non-zero, so CI notices — this is the conformance gate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LINE · WIPE AND PRUNE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Undo it, and get the disk back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11430000" cy="1691640"/>
          </a:xfrm>
          <a:prstGeom prst="roundRect">
            <a:avLst>
              <a:gd name="adj" fmla="val 4865"/>
            </a:avLst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563624"/>
            <a:ext cx="1102766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ACA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tdg wipe --job demo01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demo01  emulator emulator-5554  20 files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deleted 20/20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scanned 20/20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receipt cleared /Users/pdoran/.tdg/receipts/demo01__emulator__emulator-5554.json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18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wipe reads the receipt and deletes only what it records. Nothing else in the gallery is touched, and the folder it empties goes too.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675888"/>
            <a:ext cx="6400800" cy="2651760"/>
          </a:xfrm>
          <a:prstGeom prst="roundRect">
            <a:avLst>
              <a:gd name="adj" fmla="val 3103"/>
            </a:avLst>
          </a:prstGeom>
          <a:solidFill>
            <a:srgbClr val="1C2321"/>
          </a:solidFill>
          <a:ln w="12700">
            <a:solidFill>
              <a:srgbClr val="1C232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3822192"/>
            <a:ext cx="5998464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2"/>
              </a:lnSpc>
              <a:buNone/>
            </a:pPr>
            <a:r>
              <a:rPr lang="en-US" sz="1400" b="1" dirty="0">
                <a:solidFill>
                  <a:srgbClr val="AACA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tdgweb.prune --packs ./packs --dry-run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prune  77b981  done         6.0 GB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prune  65e3f3  done         2.0 GB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prune  ce3e59  cancelled  614.9 MB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prune  7a7d81  done       800.1 MB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prune  f17cac  done        24.0 MB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prune  3404ba  done       500.0 MB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…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ts val="1792"/>
              </a:lnSpc>
              <a:buNone/>
            </a:pPr>
            <a:r>
              <a:rPr lang="en-US" sz="1400" dirty="0">
                <a:solidFill>
                  <a:srgbClr val="DCE6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reclaimable: 17.4 GB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3721608"/>
            <a:ext cx="4389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are the only thing that grows without bound — a 64 GB job leaves 64 GB behind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prune deletes the media and keeps the job, so it can be rebuilt byte for byte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partial build is skipped: pruning it would discard a resume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Receipts are never touched, so a loaded device stays wipeable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THE APP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it is opened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7492" y="1376172"/>
            <a:ext cx="2078585" cy="4562856"/>
          </a:xfrm>
          <a:prstGeom prst="roundRect">
            <a:avLst>
              <a:gd name="adj" fmla="val 4399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5" name="Image 0" descr="/private/tmp/claude-501/-Users-pdoran-Documents-Claude-TestDataGenerator/45d748ac-b317-447d-81f4-8aabb416e46d/scratchpad/shots/android-launc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996289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6025896"/>
            <a:ext cx="25449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app drawer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159252" y="1376172"/>
            <a:ext cx="2078585" cy="4562856"/>
          </a:xfrm>
          <a:prstGeom prst="roundRect">
            <a:avLst>
              <a:gd name="adj" fmla="val 4399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8" name="Image 1" descr="/private/tmp/claude-501/-Users-pdoran-Documents-Claude-TestDataGenerator/45d748ac-b317-447d-81f4-8aabb416e46d/scratchpad/shots/android-1-id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417320"/>
            <a:ext cx="1996289" cy="44805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926080" y="6025896"/>
            <a:ext cx="25449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pair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852160" y="14630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TDG Loader installs like any app — a debug APK today, a signed one when it is distributed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adaptive icon is the product mark: two sheets, the front one a photo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launch it asks only for notification permission, so the fill can show progress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storage permission is requested, and none is needed — since Android 10 an app may write, read back and delete the media it owns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 is remembered between runs; only the six-digit code changes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PAIR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six digits, see what you are about to get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7492" y="1376172"/>
            <a:ext cx="2078585" cy="4562856"/>
          </a:xfrm>
          <a:prstGeom prst="roundRect">
            <a:avLst>
              <a:gd name="adj" fmla="val 4399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5" name="Image 0" descr="/private/tmp/claude-501/-Users-pdoran-Documents-Claude-TestDataGenerator/45d748ac-b317-447d-81f4-8aabb416e46d/scratchpad/shots/android-2-pa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996289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6025896"/>
            <a:ext cx="25449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159252" y="1376172"/>
            <a:ext cx="2078585" cy="4562856"/>
          </a:xfrm>
          <a:prstGeom prst="roundRect">
            <a:avLst>
              <a:gd name="adj" fmla="val 4399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8" name="Image 1" descr="/private/tmp/claude-501/-Users-pdoran-Documents-Claude-TestDataGenerator/45d748ac-b317-447d-81f4-8aabb416e46d/scratchpad/shots/android-2b-nospa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417320"/>
            <a:ext cx="1996289" cy="44805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926080" y="6025896"/>
            <a:ext cx="25449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Refused: not enough space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852160" y="14630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alone resolves to a pack — a phone has a keypad and no way to know a twelve-digit job id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anything is written it shows the label, the file count, the total size, and the free space on this device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pack will not fit, the fill button stays disabled and says why — filling a device until it wedges is a slow, unhelpful way to fail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pruned pack, or one still building, says so in words rather than failing halfway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FILL AND WIPE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it, then take it all back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7492" y="1376172"/>
            <a:ext cx="2078585" cy="4562856"/>
          </a:xfrm>
          <a:prstGeom prst="roundRect">
            <a:avLst>
              <a:gd name="adj" fmla="val 4399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5" name="Image 0" descr="/private/tmp/claude-501/-Users-pdoran-Documents-Claude-TestDataGenerator/45d748ac-b317-447d-81f4-8aabb416e46d/scratchpad/shots/android-3-fil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1996289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6025896"/>
            <a:ext cx="25449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Filling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159252" y="1376172"/>
            <a:ext cx="2078585" cy="4562856"/>
          </a:xfrm>
          <a:prstGeom prst="roundRect">
            <a:avLst>
              <a:gd name="adj" fmla="val 4399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8" name="Image 1" descr="/private/tmp/claude-501/-Users-pdoran-Documents-Claude-TestDataGenerator/45d748ac-b317-447d-81f4-8aabb416e46d/scratchpad/shots/android-4-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417320"/>
            <a:ext cx="1996289" cy="44805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926080" y="6025896"/>
            <a:ext cx="25449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with receipts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852160" y="14630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fill runs in a foreground service, so it survives the screen going off — verified for 15 minutes unplugged on a Galaxy S24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is per file, and Stop leaves what already landed in place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Re-pairing the same pack resumes: files already in the receipt are skipped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 this device lists every pack this app wrote, with its asset count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Wipe removes exactly those assets, then deletes the folder it emptied — nothing else in the gallery is touched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· THE APP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it is opened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7492" y="1376172"/>
            <a:ext cx="2143149" cy="4562856"/>
          </a:xfrm>
          <a:prstGeom prst="roundRect">
            <a:avLst>
              <a:gd name="adj" fmla="val 4267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5" name="Image 0" descr="/private/tmp/claude-501/-Users-pdoran-Documents-Claude-TestDataGenerator/45d748ac-b317-447d-81f4-8aabb416e46d/scratchpad/shots/ios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2060853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6025896"/>
            <a:ext cx="2609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home screen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976372" y="1376172"/>
            <a:ext cx="2143149" cy="4562856"/>
          </a:xfrm>
          <a:prstGeom prst="roundRect">
            <a:avLst>
              <a:gd name="adj" fmla="val 4267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8" name="Image 1" descr="/private/tmp/claude-501/-Users-pdoran-Documents-Claude-TestDataGenerator/45d748ac-b317-447d-81f4-8aabb416e46d/scratchpad/shots/ios-1-id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417320"/>
            <a:ext cx="2060853" cy="44805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43200" y="6025896"/>
            <a:ext cx="2609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pair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669280" y="1463040"/>
            <a:ext cx="5943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mark, rendered as an iOS app icon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by cable for now — signed with a development team, so no TestFlight is needed to try it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asks for add-only photo permission, which is all a fill needs; full access is requested only when you wipe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control-plane address and code are the whole configuration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arguments drive it unattended in CI: -host, -code, -autostart, -autowipe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F5D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· PAIR AND FILL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8521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Pair, fill, and see what landed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7492" y="1376172"/>
            <a:ext cx="2143149" cy="4562856"/>
          </a:xfrm>
          <a:prstGeom prst="roundRect">
            <a:avLst>
              <a:gd name="adj" fmla="val 4267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5" name="Image 0" descr="/private/tmp/claude-501/-Users-pdoran-Documents-Claude-TestDataGenerator/45d748ac-b317-447d-81f4-8aabb416e46d/scratchpad/shots/ios-2-pa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2060853" cy="4480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6025896"/>
            <a:ext cx="2609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976372" y="1376172"/>
            <a:ext cx="2143149" cy="4562856"/>
          </a:xfrm>
          <a:prstGeom prst="roundRect">
            <a:avLst>
              <a:gd name="adj" fmla="val 4267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8" name="Image 1" descr="/private/tmp/claude-501/-Users-pdoran-Documents-Claude-TestDataGenerator/45d748ac-b317-447d-81f4-8aabb416e46d/scratchpad/shots/ios-3-fill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417320"/>
            <a:ext cx="2060853" cy="44805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743200" y="6025896"/>
            <a:ext cx="2609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Importing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45252" y="1376172"/>
            <a:ext cx="2143149" cy="4562856"/>
          </a:xfrm>
          <a:prstGeom prst="roundRect">
            <a:avLst>
              <a:gd name="adj" fmla="val 4267"/>
            </a:avLst>
          </a:prstGeom>
          <a:solidFill>
            <a:srgbClr val="2E3330"/>
          </a:solidFill>
          <a:ln w="12700">
            <a:solidFill>
              <a:srgbClr val="2E3330"/>
            </a:solidFill>
            <a:prstDash val="solid"/>
          </a:ln>
        </p:spPr>
      </p:sp>
      <p:pic>
        <p:nvPicPr>
          <p:cNvPr id="11" name="Image 2" descr="/private/tmp/claude-501/-Users-pdoran-Documents-Claude-TestDataGenerator/45d748ac-b317-447d-81f4-8aabb416e46d/scratchpad/shots/ios-4-d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417320"/>
            <a:ext cx="2060853" cy="44805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12080" y="6025896"/>
            <a:ext cx="26094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D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8138160" y="1463040"/>
            <a:ext cx="3474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six digits, same preflight — file count, total size, free space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are imported to Photos in batches, because one transaction per file is far slower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batch that Photos refuses falls back to one asset at a time, so a single bad file cannot lose the whole run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album is named for the job, so the pack is visible as a group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B1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works from the same receipt, and needs full access — which iOS asks for separately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4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doran/Documents/Claude/TestDataGenerator/assets/logo-1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2788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loop, four surfaces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56616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C9D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in the browser or from a script. Pair a phone with six digits. Watch it fill. Ask the device what it indexed. Take every byte back.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ACA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screenshot here was taken from the running software, not mocked up.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175564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ACA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hand off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514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289864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ACA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and verify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3657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404164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ACA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MediaStore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4800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518464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ACA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TDG — Screen by Screen</dc:title>
  <dc:subject>PptxGenJS Presentation</dc:subject>
  <dc:creator>TDG</dc:creator>
  <cp:lastModifiedBy>TDG</cp:lastModifiedBy>
  <cp:revision>1</cp:revision>
  <dcterms:created xsi:type="dcterms:W3CDTF">2026-09-01T16:28:16Z</dcterms:created>
  <dcterms:modified xsi:type="dcterms:W3CDTF">2026-09-01T16:28:16Z</dcterms:modified>
</cp:coreProperties>
</file>